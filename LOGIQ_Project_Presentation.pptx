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6583680" cy="502920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280160"/>
            <a:ext cx="2926080" cy="347472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F5C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CAD6"/>
                </a:solidFill>
              </a:defRPr>
            </a:pPr>
            <a:r>
              <a:t>ACADEMIC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5CAD6"/>
                </a:solidFill>
              </a:defRPr>
            </a:pPr>
            <a:r>
              <a:t>LOGIQ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Personalized AI Tutor for Learning AI</a:t>
            </a:r>
          </a:p>
          <a:p>
            <a:pPr>
              <a:defRPr sz="1500" i="1">
                <a:solidFill>
                  <a:srgbClr val="38BDF8"/>
                </a:solidFill>
              </a:defRPr>
            </a:pPr>
            <a:r>
              <a:t>Learn Smarter. Build 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An intelligent, closed-loop educational platform delivering adaptive diagnostic evaluations, structured pedagogical intuition, interactive mathematics, and non-punitive practice remediation.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914400"/>
            <a:ext cx="3840480" cy="50292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2801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AD6"/>
                </a:solidFill>
              </a:defRPr>
            </a:pPr>
            <a:r>
              <a:t>STUDENT &amp; PROJECT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STUDENT NAME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Kajal Siwach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942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ROLL NUMBER</a:t>
            </a:r>
          </a:p>
          <a:p>
            <a:pPr>
              <a:defRPr sz="1100" b="0">
                <a:solidFill>
                  <a:srgbClr val="94A3B8"/>
                </a:solidFill>
              </a:defRPr>
            </a:pPr>
            <a:r>
              <a:t>[Student Roll Number / ID]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67004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PROGRAM / BRANCH</a:t>
            </a:r>
          </a:p>
          <a:p>
            <a:pPr>
              <a:defRPr sz="1100" b="0">
                <a:solidFill>
                  <a:srgbClr val="94A3B8"/>
                </a:solidFill>
              </a:defRPr>
            </a:pPr>
            <a:r>
              <a:t>B.Tech 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090672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SPECIALIZATION</a:t>
            </a:r>
          </a:p>
          <a:p>
            <a:pPr>
              <a:defRPr sz="1100" b="0">
                <a:solidFill>
                  <a:srgbClr val="94A3B8"/>
                </a:solidFill>
              </a:defRPr>
            </a:pPr>
            <a:r>
              <a:t>Artificial Intelligence &amp;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511296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INSTITUTION</a:t>
            </a:r>
          </a:p>
          <a:p>
            <a:pPr>
              <a:defRPr sz="1100" b="0">
                <a:solidFill>
                  <a:srgbClr val="94A3B8"/>
                </a:solidFill>
              </a:defRPr>
            </a:pPr>
            <a:r>
              <a:t>[University / Institute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93192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PROJECT MENTOR</a:t>
            </a:r>
          </a:p>
          <a:p>
            <a:pPr>
              <a:defRPr sz="1100" b="0">
                <a:solidFill>
                  <a:srgbClr val="94A3B8"/>
                </a:solidFill>
              </a:defRPr>
            </a:pPr>
            <a:r>
              <a:t>[Faculty Mentor / Supervisor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35254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GITHUB REPOSITORY</a:t>
            </a:r>
          </a:p>
          <a:p>
            <a:pPr>
              <a:defRPr sz="1100" b="0">
                <a:solidFill>
                  <a:srgbClr val="94A3B8"/>
                </a:solidFill>
              </a:defRPr>
            </a:pPr>
            <a:r>
              <a:t>github.com/Kajalsiwach/-LogicQ-...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CAD6"/>
                </a:solidFill>
              </a:defRPr>
            </a:pPr>
            <a:r>
              <a:t>CONTEXT &amp;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Why mastering AI &amp; Machine Learning remains difficult for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031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011680"/>
            <a:ext cx="640080" cy="320040"/>
          </a:xfrm>
          <a:prstGeom prst="roundRect">
            <a:avLst/>
          </a:prstGeom>
          <a:solidFill>
            <a:srgbClr val="1C2840"/>
          </a:solidFill>
          <a:ln w="12700">
            <a:solidFill>
              <a:srgbClr val="F5C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CAD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Overwhelming Complexity &amp;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AI/ML spans abstract linear algebra, multivariate calculus, optimization, and complex model architectures. Beginners frequently experience cognitive overload with no clear starting sequence.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011680"/>
            <a:ext cx="640080" cy="320040"/>
          </a:xfrm>
          <a:prstGeom prst="roundRect">
            <a:avLst/>
          </a:prstGeom>
          <a:solidFill>
            <a:srgbClr val="1C28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99339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One-Size-Fits-All Curricula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Existing tutorials, textbooks, and online video courses treat every student identically, forcing beginners through repetitive material or skipping vital mathematical foundations.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4389120"/>
            <a:ext cx="640080" cy="320040"/>
          </a:xfrm>
          <a:prstGeom prst="roundRect">
            <a:avLst/>
          </a:prstGeom>
          <a:solidFill>
            <a:srgbClr val="1C2840"/>
          </a:solidFill>
          <a:ln w="12700">
            <a:solidFill>
              <a:srgbClr val="8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C3052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7083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Invisible Knowledge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Students rarely know their exact misconceptions until they fail projects or interviews. Traditional tools lack granular diagnostics to pinpoint where understanding breaks down.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4389120"/>
            <a:ext cx="640080" cy="320040"/>
          </a:xfrm>
          <a:prstGeom prst="roundRect">
            <a:avLst/>
          </a:prstGeom>
          <a:solidFill>
            <a:srgbClr val="1C284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37083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Lack of Adaptive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9204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Passive reading and video consumption lack active mental verification. When exercises exist, they offer minimal explanation for why wrong options fail or how to recover.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CAD6"/>
                </a:solidFill>
              </a:defRPr>
            </a:pPr>
            <a:r>
              <a:t>PROJECT MOTIVATION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Why We Created LOGIQ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The core motivations and principles driving the platform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03120"/>
            <a:ext cx="548640" cy="54864"/>
          </a:xfrm>
          <a:prstGeom prst="rect">
            <a:avLst/>
          </a:prstGeom>
          <a:solidFill>
            <a:srgbClr val="F5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CAD6"/>
                </a:solidFill>
              </a:defRPr>
            </a:pPr>
            <a:r>
              <a:t>PILLAR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Personalized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Deliver a tailored AI/ML experience that adapts directly to each learner's background, pacing, and target career domains.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28800"/>
            <a:ext cx="2560320" cy="43891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30752" y="2103120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3317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PILLAR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697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Accurate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47472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Accurately understand the learner's existing competencies through diagnostic inquiry rather than making assumptions.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828800"/>
            <a:ext cx="2560320" cy="43891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55664" y="2103120"/>
            <a:ext cx="548640" cy="54864"/>
          </a:xfrm>
          <a:prstGeom prst="rect">
            <a:avLst/>
          </a:prstGeom>
          <a:solidFill>
            <a:srgbClr val="8C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3317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C3052"/>
                </a:solidFill>
              </a:defRPr>
            </a:pPr>
            <a:r>
              <a:t>PILLAR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697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Adaptive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47472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Dynamically adjust the study path: skip validated proficiencies and focus study hours directly on verified weakness areas.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828800"/>
            <a:ext cx="2560320" cy="43891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2103120"/>
            <a:ext cx="54864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3317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PILLAR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697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Unified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47472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Integrate pedagogical explanations, interactive visuals, active practice, instant feedback, and progress in one cohesive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CAD6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Proposed Solution: The LOGIQ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 end-to-end adaptive learning journey from diagnostic to mastery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AD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1. Select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Choose from 8 core AI/ML tracks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82880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011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AD6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317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2.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8346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10-15 adaptive diagnostic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2880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011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AD6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3317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3.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8346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Identify strengths &amp; isolated gaps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82880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2011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AD6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23317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4. Custom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8346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Personalized milestone roadmap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AD6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5. Deep 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Intuition, mathematics &amp; visuals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411480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4297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AD6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312" y="46177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6.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51206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Topic-specific active retrieval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11480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4297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AD6"/>
                </a:solidFill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6177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7. Instant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51206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Distractor &amp; conceptual breakdown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06256" y="4114800"/>
            <a:ext cx="251460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89136" y="4297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AD6"/>
                </a:solidFill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9136" y="46177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8. Progress 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51206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Milestone unlock &amp; mastery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CAD6"/>
                </a:solidFill>
              </a:defRPr>
            </a:pPr>
            <a:r>
              <a:t>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Platform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Comprehensive pedagogical features designed for high-retention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21488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93392"/>
            <a:ext cx="146304" cy="146304"/>
          </a:xfrm>
          <a:prstGeom prst="ellipse">
            <a:avLst/>
          </a:prstGeom>
          <a:solidFill>
            <a:srgbClr val="F5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Personalized Learning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Sequenced milestone roadmap tailored precisely to diagnostic results and learning goals.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37360"/>
            <a:ext cx="2560320" cy="21488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5032" y="1993392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Adaptive Knowledge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56032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Intelligent 10-15 question diagnostic engine calibrated by topic breadth and complexity.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37360"/>
            <a:ext cx="2560320" cy="21488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9944" y="1993392"/>
            <a:ext cx="146304" cy="146304"/>
          </a:xfrm>
          <a:prstGeom prst="ellipse">
            <a:avLst/>
          </a:prstGeom>
          <a:solidFill>
            <a:srgbClr val="F5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Human-Readable Explanations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6032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Professor-grade multi-tier lessons: intuition -&gt; core concept -&gt; formulas -&gt; applications.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737360"/>
            <a:ext cx="2560320" cy="21488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34856" y="1993392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Interactive &amp; Visual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56032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Dynamic graphs (Sigmoid with real-time sliders), flowcharts, and neural network diagrams.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2560320" cy="21488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370832"/>
            <a:ext cx="146304" cy="146304"/>
          </a:xfrm>
          <a:prstGeom prst="ellipse">
            <a:avLst/>
          </a:prstGeom>
          <a:solidFill>
            <a:srgbClr val="F5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Topic-Based Practice Arena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3776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Active comprehension checks with targeted questions directly tied to lesson concepts.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4114800"/>
            <a:ext cx="2560320" cy="21488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85032" y="4370832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3632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Immediate Answer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493776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Clear breakdown explaining why the correct answer holds and why distractors fail.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114800"/>
            <a:ext cx="2560320" cy="21488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9944" y="4370832"/>
            <a:ext cx="146304" cy="146304"/>
          </a:xfrm>
          <a:prstGeom prst="ellipse">
            <a:avLst/>
          </a:prstGeom>
          <a:solidFill>
            <a:srgbClr val="F5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8544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Non-Punitive Recovery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493776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Targeted remedial review and fresh alternative questions when scores fall below 75%.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06256" y="4114800"/>
            <a:ext cx="2560320" cy="21488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34856" y="4370832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3456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Transparent Progress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6" y="493776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Genuine first-user zero baseline with skill matrix radar and permanent history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CAD6"/>
                </a:solidFill>
              </a:defRPr>
            </a:pPr>
            <a:r>
              <a:t>ADAPTIVE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How LOGIQ Personalizes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continuous diagnostic and calibration loop that responds to the individual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217920" cy="105156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320040" cy="685800"/>
          </a:xfrm>
          <a:prstGeom prst="roundRect">
            <a:avLst/>
          </a:prstGeom>
          <a:solidFill>
            <a:srgbClr val="F5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901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Step 1: Student Goals &amp;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Learner chooses specific target domains (e.g. Deep Learning, NLP, Generative AI).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6217920" cy="105156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320040" cy="685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0906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Step 2: Diagnostic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Adaptive test (10-15 Qs) evaluates foundational to intermediate competency.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6217920" cy="105156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297680"/>
            <a:ext cx="320040" cy="685800"/>
          </a:xfrm>
          <a:prstGeom prst="roundRect">
            <a:avLst/>
          </a:prstGeom>
          <a:solidFill>
            <a:srgbClr val="8C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79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Step 3: Knowledge Analysis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17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Isolates validated proficiencies and pinpoints specific conceptual gaps.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6217920" cy="105156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86400"/>
            <a:ext cx="320040" cy="6858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468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Step 4: Dynamic Roadmap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806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Builds an ordered milestone path skipping mastered nodes and scaffolding prerequisites.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737360"/>
            <a:ext cx="4114800" cy="4617720"/>
          </a:xfrm>
          <a:prstGeom prst="roundRect">
            <a:avLst/>
          </a:prstGeom>
          <a:solidFill>
            <a:srgbClr val="10182A"/>
          </a:solidFill>
          <a:ln w="12700">
            <a:solidFill>
              <a:srgbClr val="F5C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01168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CAD6"/>
                </a:solidFill>
              </a:defRPr>
            </a:pPr>
            <a:r>
              <a:t>CORE PERSONALIZATION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5603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• No Fabricated Statistics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New learners begin with a genuine zero baseline, eliminating vanity streaks and artificial progress percentages.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520439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• Variable-Length Assessment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Test questions scale dynamically (10 to 15) according to concept breadth and prerequisites.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480559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• Tailored Learning Velocity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Fast-tracks concepts the learner already grasps; dedicates depth to unresolved weaknesses.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440679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• Closed Remediation Loop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Ensures students never move ahead with unaddressed foundational misunderstandings.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CAD6"/>
                </a:solidFill>
              </a:defRPr>
            </a:pPr>
            <a:r>
              <a:t>PEDAGOGICAL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Learning &amp; Practice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four-phase mastery loop ensuring deep retention from theory to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45720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CAD6"/>
                </a:solidFill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94A3B8"/>
                </a:solidFill>
              </a:defRPr>
            </a:pPr>
            <a:r>
              <a:t>Multi-Tier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Intuition &amp; 'Why it exists'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Demystified technical terms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LaTeX mathematical formulas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Interactive visuals &amp; graphs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Step-by-step worked 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737360"/>
            <a:ext cx="2560320" cy="45720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9202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1945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6060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94A3B8"/>
                </a:solidFill>
              </a:defRPr>
            </a:pPr>
            <a:r>
              <a:t>Conceptual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0175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3–4 targeted questions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Tests mental models &amp; reasoning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Immediate answer feedback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Distractor analysis (why wrong)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Direct links back to lesson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737360"/>
            <a:ext cx="2560320" cy="45720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9202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4D399"/>
                </a:solidFill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1945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6060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94A3B8"/>
                </a:solidFill>
              </a:defRPr>
            </a:pPr>
            <a:r>
              <a:t>Diagnostic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0175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Real-time score calculation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Identifies mastered concepts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Flags weak points &amp; gaps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Transparents pass criteria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Pass threshold: ≥ 75%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737360"/>
            <a:ext cx="2560320" cy="45720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9202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C3052"/>
                </a:solidFill>
              </a:defRPr>
            </a:pPr>
            <a: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1945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6060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94A3B8"/>
                </a:solidFill>
              </a:defRPr>
            </a:pPr>
            <a:r>
              <a:t>Targeted 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0175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Triggered if score &lt; 75%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Focused quick-review notes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Alternate fresh question set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Non-punitive second attempt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Guarantees true mastery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CAD6"/>
                </a:solidFill>
              </a:defRPr>
            </a:pPr>
            <a:r>
              <a:t>IMPLEMENTATION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Technology &amp; 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Genuinely implemented client-side architecture with dual-engine AI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45720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CAD6"/>
                </a:solidFill>
              </a:defRPr>
            </a:pPr>
            <a:r>
              <a:t>Frontend &amp; UI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FRAMEWORK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React 19.3 &amp; TypeScript 6.0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STYLING ENGINE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Tailwind CSS v4 (Modern Utility)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LAYOUT ARCHITECTURE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100% Viewport Desktop Ergonomics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DESIGN TOKENS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Midnight Blue, Blush Pink &amp; Plum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ICONOGRAPHY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Lucide React Geometric Vector Icons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737360"/>
            <a:ext cx="2560320" cy="45720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Dual Intelligence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LIVE PROVIDER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Google Gemini 2.5 Flash API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DATA CONTRACT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Structured JSON Schema generation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ZERO-DOWNTIME ENGINE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Built-in Offline Synthesis Fallback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API MANAGEMENT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In-App UI Key Switcher &amp; .env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RESILIENCE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100% operational without API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37360"/>
            <a:ext cx="2560320" cy="45720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Learning &amp; Visual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ADAPTIVE DIAGNOSTICS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10–15 Question Adaptive Generator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VISUAL ENGINE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SVG &amp; Canvas Programmatic Visuals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INTERACTIVE MODELS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Live Sigmoid graph with slider [-6,6]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DIAGRAMS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Flowcharts, architectures, comparison tables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REMEDIATION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Automated retry &amp; variant 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737360"/>
            <a:ext cx="2560320" cy="45720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3052"/>
                </a:solidFill>
              </a:defRPr>
            </a:pPr>
            <a:r>
              <a:t>State &amp; Data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STATE MANAGEMENT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React Context API (AppContext)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PERSISTENCE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100% Client-Side LocalStorage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PRIVACY MODEL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Zero-Telemetry, No user tracking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ZERO CLOUD DEPENDENCY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Runs completely in the browser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BUILD TOOLING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Vite 8.3 (Ultra-fast HMR &amp; build)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CAD6"/>
                </a:solidFill>
              </a:defRPr>
            </a:pPr>
            <a:r>
              <a:t>COMPARATIVE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Impact: Addressing the Core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Direct mapping between traditional AI learning flaws and LOGIQ's targeted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"/>
          </a:xfrm>
          <a:prstGeom prst="roundRect">
            <a:avLst/>
          </a:prstGeom>
          <a:solidFill>
            <a:srgbClr val="18243C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87171"/>
                </a:solidFill>
              </a:defRPr>
            </a:pPr>
            <a:r>
              <a:t>TRADITIONAL LEARNING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91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LOGIQ'S IMPLEMENTED 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728655" cy="62179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042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✕  Same static content for everyone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30428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304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✓  Personalized learning path dynamically calibrated to individual goals and 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9504"/>
            <a:ext cx="10728655" cy="621792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992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✕  Unknown knowledge gaps &amp; false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9923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9992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✓  Adaptive 10–15 question diagnostic assessment identifying exact weak spots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84448"/>
            <a:ext cx="10728655" cy="62179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9417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✕  Overly complex math &amp; jargon walls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69417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6941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✓  Professor-grade explanations: intuition -&gt; formula breakdown -&gt; interactive visuals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79392"/>
            <a:ext cx="10728655" cy="621792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✕  Passive reading with no active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3891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389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✓  Topic-specific practice tests evaluating conceptual understanding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74336"/>
            <a:ext cx="10728655" cy="62179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8406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✕  No feedback on why choices are incorrect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08406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50840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✓  Immediate explanation detailing why correct answers hold and why distractors fail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69279"/>
            <a:ext cx="10728655" cy="621792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77900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✕  Weak areas remain permanently unresolved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5779007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779007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✓  Closed-loop recovery with targeted concept recaps and fresh variant questions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6217920" cy="50292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AD6"/>
                </a:solidFill>
              </a:defRPr>
            </a:pPr>
            <a:r>
              <a:t>CONCLUSION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LOGIQ transforms AI/ML learning into an adaptive, student-centered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✔  Diagnostic-First Learning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Replaces static tutorials with intelligent, variable-length assessments that uncover genuine knowledge levels.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✔  Multi-Dimensional Pedagogy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Pairs professor-grade intuition with interactive math visualizations (e.g. live Sigmoid curve) for deep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✔  Closed-Loop Remediation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Guarantees no learner is left behind by coupling instant distractor feedback with targeted recovery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914400"/>
            <a:ext cx="4206240" cy="5029200"/>
          </a:xfrm>
          <a:prstGeom prst="roundRect">
            <a:avLst/>
          </a:prstGeom>
          <a:solidFill>
            <a:srgbClr val="10182A"/>
          </a:solidFill>
          <a:ln w="12700">
            <a:solidFill>
              <a:srgbClr val="F5C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CAD6"/>
                </a:solidFill>
              </a:defRPr>
            </a:pPr>
            <a: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8346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8FAFC"/>
                </a:solidFill>
              </a:defRPr>
            </a:pPr>
            <a: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6576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LOGIQ — Learn Smarter. Build Better.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Presenter: Kajal Siwach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GitHub: Kajalsiwach/-LogicQ-Personalised-AI-Tutor-for-Learning-AI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